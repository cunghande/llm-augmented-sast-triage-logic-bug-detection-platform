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9a629c1124754" /><Relationship Type="http://schemas.openxmlformats.org/officeDocument/2006/relationships/extended-properties" Target="/docProps/app.xml" Id="R8dea49857db442ea" /><Relationship Type="http://schemas.openxmlformats.org/officeDocument/2006/relationships/officeDocument" Target="/ppt/presentation.xml" Id="Rc34def64f686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13fd298924022"/>
  </p:sldMasterIdLst>
  <p:notesMasterIdLst>
    <p:notesMasterId xmlns:r="http://schemas.openxmlformats.org/officeDocument/2006/relationships" r:id="R1702fe03d80f4226"/>
  </p:notesMasterIdLst>
  <p:sldIdLst>
    <p:sldId xmlns:r="http://schemas.openxmlformats.org/officeDocument/2006/relationships" id="256" r:id="R446062ce25844f21"/>
    <p:sldId xmlns:r="http://schemas.openxmlformats.org/officeDocument/2006/relationships" id="257" r:id="R2b5ed44f843449a2"/>
    <p:sldId xmlns:r="http://schemas.openxmlformats.org/officeDocument/2006/relationships" id="258" r:id="R2545601ad23e43b8"/>
    <p:sldId xmlns:r="http://schemas.openxmlformats.org/officeDocument/2006/relationships" id="259" r:id="R57710522e9b7445b"/>
    <p:sldId xmlns:r="http://schemas.openxmlformats.org/officeDocument/2006/relationships" id="260" r:id="R4fdb860f2e9f4fec"/>
    <p:sldId xmlns:r="http://schemas.openxmlformats.org/officeDocument/2006/relationships" id="261" r:id="R0b41a426322244c2"/>
    <p:sldId xmlns:r="http://schemas.openxmlformats.org/officeDocument/2006/relationships" id="262" r:id="R4045de38bd4c45bf"/>
    <p:sldId xmlns:r="http://schemas.openxmlformats.org/officeDocument/2006/relationships" id="263" r:id="R1c2da082478f4cc5"/>
    <p:sldId xmlns:r="http://schemas.openxmlformats.org/officeDocument/2006/relationships" id="264" r:id="R91277f6d2b4546e8"/>
    <p:sldId xmlns:r="http://schemas.openxmlformats.org/officeDocument/2006/relationships" id="265" r:id="Rc1c11d4aa64b4c1c"/>
    <p:sldId xmlns:r="http://schemas.openxmlformats.org/officeDocument/2006/relationships" id="266" r:id="Ra9004e93dcba4274"/>
    <p:sldId xmlns:r="http://schemas.openxmlformats.org/officeDocument/2006/relationships" id="267" r:id="R207c03a1912045c2"/>
    <p:sldId xmlns:r="http://schemas.openxmlformats.org/officeDocument/2006/relationships" id="268" r:id="R0fa939fc3ff64c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e38509812e4161" /><Relationship Type="http://schemas.openxmlformats.org/officeDocument/2006/relationships/slideMaster" Target="/ppt/slideMasters/slideMaster1.xml" Id="R7c513fd298924022" /><Relationship Type="http://schemas.openxmlformats.org/officeDocument/2006/relationships/notesMaster" Target="/ppt/notesMasters/notesMaster1.xml" Id="R1702fe03d80f4226" /><Relationship Type="http://schemas.openxmlformats.org/officeDocument/2006/relationships/presProps" Target="/ppt/presProps.xml" Id="R31c38b996ce448e8" /><Relationship Type="http://schemas.openxmlformats.org/officeDocument/2006/relationships/viewProps" Target="/ppt/viewProps.xml" Id="Rb61b66fee9bf4b6e" /><Relationship Type="http://schemas.openxmlformats.org/officeDocument/2006/relationships/tableStyles" Target="/ppt/tableStyles.xml" Id="Ree3a0e77f8da44e9" /><Relationship Type="http://schemas.openxmlformats.org/officeDocument/2006/relationships/slide" Target="/ppt/slides/slide1.xml" Id="R446062ce25844f21" /><Relationship Type="http://schemas.openxmlformats.org/officeDocument/2006/relationships/slide" Target="/ppt/slides/slide2.xml" Id="R2b5ed44f843449a2" /><Relationship Type="http://schemas.openxmlformats.org/officeDocument/2006/relationships/slide" Target="/ppt/slides/slide3.xml" Id="R2545601ad23e43b8" /><Relationship Type="http://schemas.openxmlformats.org/officeDocument/2006/relationships/slide" Target="/ppt/slides/slide4.xml" Id="R57710522e9b7445b" /><Relationship Type="http://schemas.openxmlformats.org/officeDocument/2006/relationships/slide" Target="/ppt/slides/slide5.xml" Id="R4fdb860f2e9f4fec" /><Relationship Type="http://schemas.openxmlformats.org/officeDocument/2006/relationships/slide" Target="/ppt/slides/slide6.xml" Id="R0b41a426322244c2" /><Relationship Type="http://schemas.openxmlformats.org/officeDocument/2006/relationships/slide" Target="/ppt/slides/slide7.xml" Id="R4045de38bd4c45bf" /><Relationship Type="http://schemas.openxmlformats.org/officeDocument/2006/relationships/slide" Target="/ppt/slides/slide8.xml" Id="R1c2da082478f4cc5" /><Relationship Type="http://schemas.openxmlformats.org/officeDocument/2006/relationships/slide" Target="/ppt/slides/slide9.xml" Id="R91277f6d2b4546e8" /><Relationship Type="http://schemas.openxmlformats.org/officeDocument/2006/relationships/slide" Target="/ppt/slides/slide10.xml" Id="Rc1c11d4aa64b4c1c" /><Relationship Type="http://schemas.openxmlformats.org/officeDocument/2006/relationships/slide" Target="/ppt/slides/slide11.xml" Id="Ra9004e93dcba4274" /><Relationship Type="http://schemas.openxmlformats.org/officeDocument/2006/relationships/slide" Target="/ppt/slides/slide12.xml" Id="R207c03a1912045c2" /><Relationship Type="http://schemas.openxmlformats.org/officeDocument/2006/relationships/slide" Target="/ppt/slides/slide13.xml" Id="R0fa939fc3ff6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4f97c90764b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1de4b98ab44a8" /><Relationship Type="http://schemas.openxmlformats.org/officeDocument/2006/relationships/notesMaster" Target="/ppt/notesMasters/notesMaster1.xml" Id="Rbd899430d22b4e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15d93de304a2b" /><Relationship Type="http://schemas.openxmlformats.org/officeDocument/2006/relationships/notesMaster" Target="/ppt/notesMasters/notesMaster1.xml" Id="R3acf883f2e5a45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729ff062446ca" /><Relationship Type="http://schemas.openxmlformats.org/officeDocument/2006/relationships/notesMaster" Target="/ppt/notesMasters/notesMaster1.xml" Id="R81fa669a3e23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4cafd58484112" /><Relationship Type="http://schemas.openxmlformats.org/officeDocument/2006/relationships/notesMaster" Target="/ppt/notesMasters/notesMaster1.xml" Id="R1e31f74cc399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1126e5cd754af0" /><Relationship Type="http://schemas.openxmlformats.org/officeDocument/2006/relationships/notesMaster" Target="/ppt/notesMasters/notesMaster1.xml" Id="Rb522b31bded9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555067d5349bf" /><Relationship Type="http://schemas.openxmlformats.org/officeDocument/2006/relationships/notesMaster" Target="/ppt/notesMasters/notesMaster1.xml" Id="R39957023ff2c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515b93a663435c" /><Relationship Type="http://schemas.openxmlformats.org/officeDocument/2006/relationships/notesMaster" Target="/ppt/notesMasters/notesMaster1.xml" Id="Rce7d992546d349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ab3d355bd34b78" /><Relationship Type="http://schemas.openxmlformats.org/officeDocument/2006/relationships/notesMaster" Target="/ppt/notesMasters/notesMaster1.xml" Id="R1800ead7788a43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d2a07a70941a0" /><Relationship Type="http://schemas.openxmlformats.org/officeDocument/2006/relationships/notesMaster" Target="/ppt/notesMasters/notesMaster1.xml" Id="Rd61e315edf66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4aef776ae24df0" /><Relationship Type="http://schemas.openxmlformats.org/officeDocument/2006/relationships/notesMaster" Target="/ppt/notesMasters/notesMaster1.xml" Id="R147b4d6f9b1b45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53520a286d4444" /><Relationship Type="http://schemas.openxmlformats.org/officeDocument/2006/relationships/notesMaster" Target="/ppt/notesMasters/notesMaster1.xml" Id="R2911280ea6bc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22c76ee105436b" /><Relationship Type="http://schemas.openxmlformats.org/officeDocument/2006/relationships/notesMaster" Target="/ppt/notesMasters/notesMaster1.xml" Id="Rb76b7eefa9814a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8545656ca248d5" /><Relationship Type="http://schemas.openxmlformats.org/officeDocument/2006/relationships/notesMaster" Target="/ppt/notesMasters/notesMaster1.xml" Id="R8141156db210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27be8ae814a03" /><Relationship Type="http://schemas.openxmlformats.org/officeDocument/2006/relationships/image" Target="/ppt/media/image.png" Id="R7ed7a3ac184a4492" /><Relationship Type="http://schemas.openxmlformats.org/officeDocument/2006/relationships/image" Target="/ppt/media/image2.png" Id="Ra839dae7ff534e13" /><Relationship Type="http://schemas.openxmlformats.org/officeDocument/2006/relationships/image" Target="/ppt/media/image3.png" Id="R756fd9ec11d74e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29ea6c5dd4f4d" /><Relationship Type="http://schemas.openxmlformats.org/officeDocument/2006/relationships/image" Target="/ppt/media/image.png" Id="Rfe524967fb35470a" /><Relationship Type="http://schemas.openxmlformats.org/officeDocument/2006/relationships/image" Target="/ppt/media/image2.png" Id="R505023d96f334c5e" /><Relationship Type="http://schemas.openxmlformats.org/officeDocument/2006/relationships/image" Target="/ppt/media/image3.png" Id="Rdb9fe1cf517745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1386379fe4482" /><Relationship Type="http://schemas.openxmlformats.org/officeDocument/2006/relationships/image" Target="/ppt/media/image.png" Id="Ra759f54431f44339" /><Relationship Type="http://schemas.openxmlformats.org/officeDocument/2006/relationships/image" Target="/ppt/media/image3.png" Id="R3afdd3e53bb74847" /><Relationship Type="http://schemas.openxmlformats.org/officeDocument/2006/relationships/image" Target="/ppt/media/image4.png" Id="R461290a4fc364e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85cedfbb94e3f" /><Relationship Type="http://schemas.openxmlformats.org/officeDocument/2006/relationships/image" Target="/ppt/media/image.png" Id="Rdf8d0a606f064007" /><Relationship Type="http://schemas.openxmlformats.org/officeDocument/2006/relationships/image" Target="/ppt/media/image5.png" Id="R70ac62c6960b42d4" /><Relationship Type="http://schemas.openxmlformats.org/officeDocument/2006/relationships/image" Target="/ppt/media/image3.png" Id="R40f1f0abb8f1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729f0f934487e" /><Relationship Type="http://schemas.openxmlformats.org/officeDocument/2006/relationships/image" Target="/ppt/media/image.png" Id="Raa717e0419b6420c" /><Relationship Type="http://schemas.openxmlformats.org/officeDocument/2006/relationships/image" Target="/ppt/media/image6.png" Id="R61363722d55d4c92" /><Relationship Type="http://schemas.openxmlformats.org/officeDocument/2006/relationships/image" Target="/ppt/media/image3.png" Id="R22b289e3619d48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1ac3ceb86440a" /><Relationship Type="http://schemas.openxmlformats.org/officeDocument/2006/relationships/image" Target="/ppt/media/image.png" Id="R73d970d2c7ee4f45" /><Relationship Type="http://schemas.openxmlformats.org/officeDocument/2006/relationships/image" Target="/ppt/media/image4.png" Id="R2187752ba3f34eed" /><Relationship Type="http://schemas.openxmlformats.org/officeDocument/2006/relationships/image" Target="/ppt/media/image3.png" Id="R865ac78dddab4a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f7e5e4f264b73" /><Relationship Type="http://schemas.openxmlformats.org/officeDocument/2006/relationships/image" Target="/ppt/media/image.png" Id="Rea98a12703ed4a98" /><Relationship Type="http://schemas.openxmlformats.org/officeDocument/2006/relationships/image" Target="/ppt/media/image7.png" Id="Rfd1d066d22384333" /><Relationship Type="http://schemas.openxmlformats.org/officeDocument/2006/relationships/image" Target="/ppt/media/image3.png" Id="Re02ff4e054b048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baf78cdd74c2a" /><Relationship Type="http://schemas.openxmlformats.org/officeDocument/2006/relationships/image" Target="/ppt/media/image.png" Id="R4ac40c7c87c14d86" /><Relationship Type="http://schemas.openxmlformats.org/officeDocument/2006/relationships/image" Target="/ppt/media/image8.png" Id="R9ec258c39bbe4004" /><Relationship Type="http://schemas.openxmlformats.org/officeDocument/2006/relationships/image" Target="/ppt/media/image3.png" Id="Rf38522ebf8004a4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09b894a834f7c" /><Relationship Type="http://schemas.openxmlformats.org/officeDocument/2006/relationships/image" Target="/ppt/media/image.png" Id="R841a479e479941d9" /><Relationship Type="http://schemas.openxmlformats.org/officeDocument/2006/relationships/image" Target="/ppt/media/image9.png" Id="Rdd183ae1e3ab4896" /><Relationship Type="http://schemas.openxmlformats.org/officeDocument/2006/relationships/image" Target="/ppt/media/image3.png" Id="Rdb33406f84df4b2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5f590b58345f8" /><Relationship Type="http://schemas.openxmlformats.org/officeDocument/2006/relationships/image" Target="/ppt/media/image.png" Id="Rc6f37c39ed53409b" /><Relationship Type="http://schemas.openxmlformats.org/officeDocument/2006/relationships/image" Target="/ppt/media/image10.png" Id="R91696895bab8452d" /><Relationship Type="http://schemas.openxmlformats.org/officeDocument/2006/relationships/image" Target="/ppt/media/image3.png" Id="R5c74a548850249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338bcfd984643" /><Relationship Type="http://schemas.openxmlformats.org/officeDocument/2006/relationships/image" Target="/ppt/media/image.png" Id="R91dacd3428414c55" /><Relationship Type="http://schemas.openxmlformats.org/officeDocument/2006/relationships/image" Target="/ppt/media/image11.png" Id="Re1e1e92aa6fb4ba4" /><Relationship Type="http://schemas.openxmlformats.org/officeDocument/2006/relationships/image" Target="/ppt/media/image3.png" Id="R6ca8feca6499440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58d61ccc64428" /><Relationship Type="http://schemas.openxmlformats.org/officeDocument/2006/relationships/image" Target="/ppt/media/image.png" Id="Ra2611922a149406d" /><Relationship Type="http://schemas.openxmlformats.org/officeDocument/2006/relationships/image" Target="/ppt/media/image12.png" Id="Rf39a4e7f50a246d4" /><Relationship Type="http://schemas.openxmlformats.org/officeDocument/2006/relationships/image" Target="/ppt/media/image3.png" Id="Rf94792fc665746f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e05bc0c4140fd" /><Relationship Type="http://schemas.openxmlformats.org/officeDocument/2006/relationships/image" Target="/ppt/media/image.png" Id="R8ec6be3bd2f14a1e" /><Relationship Type="http://schemas.openxmlformats.org/officeDocument/2006/relationships/image" Target="/ppt/media/image13.png" Id="Rfbed81aaff0f4eef" /><Relationship Type="http://schemas.openxmlformats.org/officeDocument/2006/relationships/image" Target="/ppt/media/image3.png" Id="Re3fb6be522454fb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8df679cea4612" /><Relationship Type="http://schemas.openxmlformats.org/officeDocument/2006/relationships/image" Target="/ppt/media/image.png" Id="Rff13b8dc309f47cd" /><Relationship Type="http://schemas.openxmlformats.org/officeDocument/2006/relationships/image" Target="/ppt/media/image14.png" Id="R73cbe3dd45434553" /><Relationship Type="http://schemas.openxmlformats.org/officeDocument/2006/relationships/image" Target="/ppt/media/image3.png" Id="Rb963737627604f2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9fd5ac5f545bd" /><Relationship Type="http://schemas.openxmlformats.org/officeDocument/2006/relationships/image" Target="/ppt/media/image15.png" Id="R3060f3bae1ea48e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9bea7cf0e4d46" /><Relationship Type="http://schemas.openxmlformats.org/officeDocument/2006/relationships/image" Target="/ppt/media/image15.png" Id="Rd7fdcdec7c1a4a7d" /><Relationship Type="http://schemas.openxmlformats.org/officeDocument/2006/relationships/image" Target="/ppt/media/image.jpeg" Id="Rc3e915e7fb20489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4b43cd3884bc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c80279d37424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3021f38ad478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4052975ed460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f4cfb60644ff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3583a327a459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5b3df6b01467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5006f56e8463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ab83083264bc2" /></Relationships>
</file>

<file path=ppt/slideLayouts/slideLayout1.xml><?xml version="1.0" encoding="utf-8"?>
<p:sldLayout xmlns:p="http://schemas.openxmlformats.org/presentationml/2006/main" type="title" preserve="1">
  <p:cSld name="GiaBa-UTEH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7a3ac184a4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9FDB6B-BB1B-4FB2-A078-8036DB13338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D7F7D79-9D3B-40D5-95D6-36E14E1A4A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BDD1C6-D641-40E7-BCD3-38C19A94A2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3463F-F9E4-49F0-ABAA-F6E82CB73E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15A758-4736-4A1F-8008-ADA6C01B7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9dae7ff53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209" y="331948"/>
            <a:ext cx="6464263" cy="69934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fd9ec11d7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title" preserve="1">
  <p:cSld name="1_TRUO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24967fb3547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1C227C-71AB-464E-A9F5-91DC4DE588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F4AEF3-F55E-4777-BA79-C0B664E8FB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15C990-8B42-4B65-8207-11BF215075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90698C-9AC5-4D67-8951-11CABA050B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4DD432-4519-48A9-9606-3C9F3176F7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023d96f334c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209" y="331948"/>
            <a:ext cx="6464263" cy="69934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fe1cf5177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 name="KHOA CƠ KHÍ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9f54431f443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7EDECA-D7BD-4273-BC64-68D6092AB50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D97D946-E934-422E-800B-9C552367A9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6BEFC6-CEA6-4C4F-BFFD-C6DA6FC959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79B8B7-E795-4765-918C-CEFE782E09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5E0685-A718-4D94-B72F-85D5FF7869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dd3e53bb74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290a4fc364e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5" y="329805"/>
            <a:ext cx="6048819" cy="8310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itle" preserve="1">
  <p:cSld name="KHOA CKDL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d0a606f06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7A9DEA-E34A-4B57-A8E8-1819D22790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E1FBE3-F44C-4897-A804-1D936D12E3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4A40C0-2D25-4E6E-AD41-14A277066E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AA176-EC49-4B31-8490-457618BB46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FB103E-76F7-4060-942B-1AB0F4F28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c62c6960b42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2" y="329805"/>
            <a:ext cx="6048826" cy="831026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1f0abb8f14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itle" preserve="1">
  <p:cSld name="CN May &amp;T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17e0419b642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B975FD-9551-41C0-8141-B6AF329C40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BDE2947-F823-42CE-96DA-2DF788E8DC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5C31B4-9D52-45B5-AEBA-8F1AAD7FC7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8DB846-14CB-4958-83FC-2822B741C3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9E75AD-BAAB-4A2D-B998-485D160BD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63722d55d4c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5" y="329805"/>
            <a:ext cx="6048819" cy="831026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289e3619d48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" preserve="1">
  <p:cSld name="CNT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970d2c7ee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E361D-13AA-4B71-BB1E-869FE68BEE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EF77CB-5E69-49DF-9CEE-F45592F097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C80195-F165-4CF6-A9EB-BD683B64CB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B12C7B-1CC2-47F3-995D-493BD02D9C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6B33E-4B26-43CD-B8B6-350CBA8C6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7752ba3f34e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5" y="329805"/>
            <a:ext cx="6048819" cy="831025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ac78dddab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itle" preserve="1">
  <p:cSld name="KHC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8a12703ed4a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C321FE-F132-4348-83C1-14C0611CA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946E6B9-16B2-4F8F-9162-7D8F4DC5AB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7BB208-458C-4956-B7E8-C6A214D95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F7B070-1EED-47AE-9653-044B81C081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36974-EABF-43EE-807D-D06E74E41C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066d223843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8" y="329805"/>
            <a:ext cx="6048812" cy="831025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ff4e054b0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title" preserve="1">
  <p:cSld name="DĐ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40c7c87c14d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C0FA75-5397-460A-9F75-BD3203CF94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6D4F926-6EFC-4EE0-95AE-1F254071DB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8659E8-8F2D-4C08-BEBC-0EB882DC23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81EF28-F2C6-47DD-897D-1C9FF0F64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AC2861-0513-43A7-918B-E6CEBC249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258c39bbe40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8" y="329805"/>
            <a:ext cx="6048812" cy="831024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522ebf800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title" preserve="1">
  <p:cSld name="CNHH &amp;M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a479e4799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34E227-731E-4A59-AE4A-741D426ED7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4A948F5-7B9F-437E-869A-80E2BC10CD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2CBBF9-2818-4811-8AA7-B97734B21C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5A40F0-5F72-4D0C-9965-76B6B05995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3B90BC-DBA3-4504-8EBB-DD21AF1D1B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83ae1e3ab48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8" y="334428"/>
            <a:ext cx="6048812" cy="821778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3406f84df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title" preserve="1">
  <p:cSld name="N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37c39ed53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D7D9CE-3E42-4312-87D2-D78C6EEB387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04AAC40-0B0E-4ECF-BEEC-73162A242A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FDD4A2-BB7A-4B14-B744-3B0F2FFFF6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38C31D-7CA4-41E0-8E91-63965CC4F0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E66360-7571-4B39-A39C-4C15C0D3ED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96895bab845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289" y="334428"/>
            <a:ext cx="5988589" cy="821778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4a548850249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title" preserve="1">
  <p:cSld name="K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acd342841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2CED80-5A86-4421-AA56-01CB55D5739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7B02D51-48C0-485D-A23D-A1A89D325E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42A6B-4A1C-400C-AE27-671B6EFF27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769A9B-498F-4778-A7BA-8B0AAB2D9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B53729-78AD-4AA4-BF72-F6E67B9CE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1e92aa6fb4b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831" y="334428"/>
            <a:ext cx="5981505" cy="821778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feca64994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type="title" preserve="1">
  <p:cSld name="SPK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11922a14940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499EC7-4C62-425E-AF9A-4EC6C5F48C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44BBCFA-297E-482F-842C-F6A4CC6EEA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8156E6-ED72-4D5D-A36F-A916BD1B6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569CED-E91B-4C62-803F-7C69DDCF06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56E94-3DBC-4CE9-9C68-14009D80D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a4e7f50a246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831" y="334833"/>
            <a:ext cx="5981505" cy="820967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792fc665746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title" preserve="1">
  <p:cSld name="LLC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6be3bd2f1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5EF1FC-009E-4802-BCA2-A67486DD8C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3D372A-367B-436A-B275-59B3C2F791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0A457A-DCE8-446D-8FD2-0A9E9771A9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4700A2-051D-451E-BBD4-29F72C8EC8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DA905E-CDE6-4C45-BD78-FE38A5C98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d81aaff0f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782" y="334833"/>
            <a:ext cx="5975602" cy="820967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b6be522454f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type="title" preserve="1">
  <p:cSld name="GDTC&amp;QP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b8dc309f47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37192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BC870A-E1EF-4783-A9FC-C62F4CBCBC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0481" y="1782501"/>
            <a:ext cx="6596991" cy="1405577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22E7710-5F1B-49A7-B713-7428EE7053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087" y="3582634"/>
            <a:ext cx="6620386" cy="16557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07C248-C71B-42D2-A501-C987EE957F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867954-3CBE-4F29-8887-28CE2667E2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598E8C-5341-4F9E-B84D-5046BD37C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61164" y="6275903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be3dd454345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782" y="338765"/>
            <a:ext cx="5975602" cy="81310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3737627604f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6445" y="426461"/>
            <a:ext cx="5495555" cy="603200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0f3bae1ea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9" y="0"/>
            <a:ext cx="12189542" cy="6857999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F8E034-79C1-4D39-9ADB-7DDDF55B4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0819" y="1"/>
            <a:ext cx="9619238" cy="68103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BD1AD9-DFDD-4B59-95F5-F9AD8EC382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4014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1BAC8F-4D9E-49F0-A334-66725898CD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30819" y="6334918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BB0995-BC2A-4CE6-80F9-DF4F3A5A14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734909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96CD96-2C96-4D1C-9DC9-DAE836C0E8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338569" y="641402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dcdec7c1a4a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9" y="0"/>
            <a:ext cx="12189542" cy="6857999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D30752-CC9E-4B51-A131-1B9B97CA4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0819" y="1"/>
            <a:ext cx="9619238" cy="68103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662C24-FE7C-4472-B884-C6A525AEC7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4014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A28C43-07AF-4A34-BFEF-FD33BC2B4C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30819" y="6334918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F2ACFE-C651-4BF9-87B3-74320BD2CF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734909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9514CA-ABD9-4C97-B38E-DABDC9B79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338569" y="641402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915e7fb20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8877" y="707671"/>
            <a:ext cx="12189541" cy="615005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6BCFB3-4AD3-40C2-96DE-6F0EF0586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25FABF-B285-4C4C-A273-9FCA54783E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4FA1E7-3A73-4412-AD44-4573E15E7B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0F12F0-029C-4694-938A-FFCD40BA02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95D0B-D58A-4937-8E10-A701B3233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6C722-CA8A-45C4-91E9-02A333495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D2A866-E88B-4F7B-8797-A3D847FAB3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F63A8D-BA42-48B7-8B5E-12A3AD9621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5CC2132-96E4-40AF-AA90-99217F7B10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477983-84FD-416D-B778-CD4031E9B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EF2CEC-4006-4462-B7DE-70F6F0EA3C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A40335-A73E-4241-AFDE-5AE29696C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5155EF-2FE8-4D43-B798-DEBBCC2D6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58CD91-EA99-4B76-91A1-CB1B489983E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D388266-FE6D-4D43-816F-8D9FF421278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94684E4-2DC1-42EC-8BFB-52D8952308B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34AC365-2FF0-488E-B846-6CA6713765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9CE322-8CB0-4F76-B2DB-E2E3726143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49DFCA6-AD15-4457-8C31-9E24DF0C2D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00D492-CF8F-4DE8-A85F-37BEA6ABD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34818F9-7459-450C-804B-86BF52DC0A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F931178-D274-4E37-AE56-C35F3868FA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69AFC89-90AA-4603-90D6-9A7355360C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2FA0497-6C76-45FB-A403-F6E5EDD477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2114A1-7515-40BB-AF98-8A8CAB91CB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D5E77D3-C6D7-469C-B16F-32675F3534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12AEAD5-3AD1-42C6-A418-3D52132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562600" y="1419637"/>
            <a:ext cx="549852" cy="549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0">
            <a:schemeClr val="accent4"/>
          </a:lnRef>
          <a:fillRef xmlns:a="http://schemas.openxmlformats.org/drawingml/2006/main" idx="3">
            <a:schemeClr val="accent4"/>
          </a:fillRef>
          <a:effectRef xmlns:a="http://schemas.openxmlformats.org/drawingml/2006/main" idx="3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6E5C9D-EBF3-4E9B-A5CE-7101777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14940" y="1830541"/>
            <a:ext cx="2482632" cy="2482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50"/>
          </a:solidFill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3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509BD69-45B9-4603-9D93-B6344E9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770566" y="3339155"/>
            <a:ext cx="2125769" cy="21257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3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983E7D-E8DF-4056-B648-B07F6AA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716736" y="-212634"/>
            <a:ext cx="6568983" cy="65689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3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E3739E1-B0CE-4BDC-BFF6-E4E69C2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38349" y="1823039"/>
            <a:ext cx="2497639" cy="24976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0">
            <a:schemeClr val="accent4"/>
          </a:lnRef>
          <a:fillRef xmlns:a="http://schemas.openxmlformats.org/drawingml/2006/main" idx="3">
            <a:schemeClr val="accent4"/>
          </a:fillRef>
          <a:effectRef xmlns:a="http://schemas.openxmlformats.org/drawingml/2006/main" idx="3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7A1CCB-BEF4-4FAD-AB8E-94BFB7D3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252511" y="4852849"/>
            <a:ext cx="777700" cy="7777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chemeClr val="accent4"/>
          </a:lnRef>
          <a:fillRef xmlns:a="http://schemas.openxmlformats.org/drawingml/2006/main" idx="3">
            <a:schemeClr val="accent4"/>
          </a:fillRef>
          <a:effectRef xmlns:a="http://schemas.openxmlformats.org/drawingml/2006/main" idx="3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C15F0A-310C-4BF6-A733-8B52C45C2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D35B0A-4925-416F-B70F-1EA54C32E7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B91A04-3844-4075-A380-78A5C57CB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F51647-A267-4200-AE61-A736315158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C76E80B-A935-45C2-8B4F-FF3261BF5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B7E389-3B2F-48F8-A1B3-9ADABABE3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53E8A8-3DD9-4EBD-84A8-244FE8A21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AFC0CF2-126B-4F47-82F6-E83E71EDAB7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CCBBDE-38DB-4D58-941E-B27BEB303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EAC344-AA0C-4EDD-A4A0-380B800C86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C0A372F-7196-4472-8CB7-2A50884F82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8FC738-E241-4ADF-AD40-07A974786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925F28-6BA7-4017-A9B2-487E1BC2A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4354C2-33AE-4C84-9339-64A98873F2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62FD2C-6509-44F2-A2E3-ADF5EE5858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23F2CD-CBDD-4498-818D-EA18CE3598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D4E0-1CA7-422E-ACBA-677B600CD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89E221-EA85-4980-89AB-9AEF5BD3D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C9E81D-2849-4AC7-8B25-845DB0AB8D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DEFDD7-C9F2-4E36-9949-A56311A02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BCD7F7-B04C-457B-8D26-D7B961F006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FCC0B3-3EB9-43DC-8D1F-1F197DEC22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b6ff045ed4b0c" /><Relationship Type="http://schemas.openxmlformats.org/officeDocument/2006/relationships/slideLayout" Target="/ppt/slideLayouts/slideLayout1.xml" Id="R262df1afc302444b" /><Relationship Type="http://schemas.openxmlformats.org/officeDocument/2006/relationships/slideLayout" Target="/ppt/slideLayouts/slideLayout2.xml" Id="R82eb2706de9a4ea3" /><Relationship Type="http://schemas.openxmlformats.org/officeDocument/2006/relationships/slideLayout" Target="/ppt/slideLayouts/slideLayout3.xml" Id="Rb3dd2959e7b5411e" /><Relationship Type="http://schemas.openxmlformats.org/officeDocument/2006/relationships/slideLayout" Target="/ppt/slideLayouts/slideLayout4.xml" Id="R969f3295e85d4fa8" /><Relationship Type="http://schemas.openxmlformats.org/officeDocument/2006/relationships/slideLayout" Target="/ppt/slideLayouts/slideLayout5.xml" Id="Rbfa177f4798d4270" /><Relationship Type="http://schemas.openxmlformats.org/officeDocument/2006/relationships/slideLayout" Target="/ppt/slideLayouts/slideLayout6.xml" Id="R0bfaefa53fc943f1" /><Relationship Type="http://schemas.openxmlformats.org/officeDocument/2006/relationships/slideLayout" Target="/ppt/slideLayouts/slideLayout7.xml" Id="Rf257a84886e94952" /><Relationship Type="http://schemas.openxmlformats.org/officeDocument/2006/relationships/slideLayout" Target="/ppt/slideLayouts/slideLayout8.xml" Id="Rc8d776ea1f964c4f" /><Relationship Type="http://schemas.openxmlformats.org/officeDocument/2006/relationships/slideLayout" Target="/ppt/slideLayouts/slideLayout9.xml" Id="R9311e42e52dc40be" /><Relationship Type="http://schemas.openxmlformats.org/officeDocument/2006/relationships/slideLayout" Target="/ppt/slideLayouts/slideLayout10.xml" Id="R17673142099d449f" /><Relationship Type="http://schemas.openxmlformats.org/officeDocument/2006/relationships/slideLayout" Target="/ppt/slideLayouts/slideLayout11.xml" Id="Rc67c3f73e4d045e0" /><Relationship Type="http://schemas.openxmlformats.org/officeDocument/2006/relationships/slideLayout" Target="/ppt/slideLayouts/slideLayout12.xml" Id="R0139818b48094d19" /><Relationship Type="http://schemas.openxmlformats.org/officeDocument/2006/relationships/slideLayout" Target="/ppt/slideLayouts/slideLayout13.xml" Id="Rd63ef20aee8340d9" /><Relationship Type="http://schemas.openxmlformats.org/officeDocument/2006/relationships/slideLayout" Target="/ppt/slideLayouts/slideLayout14.xml" Id="Rc85d8b1467e84525" /><Relationship Type="http://schemas.openxmlformats.org/officeDocument/2006/relationships/slideLayout" Target="/ppt/slideLayouts/slideLayout15.xml" Id="R277ce9c64bac4496" /><Relationship Type="http://schemas.openxmlformats.org/officeDocument/2006/relationships/slideLayout" Target="/ppt/slideLayouts/slideLayout16.xml" Id="R9d637ada88e041d3" /><Relationship Type="http://schemas.openxmlformats.org/officeDocument/2006/relationships/slideLayout" Target="/ppt/slideLayouts/slideLayout17.xml" Id="Rb55bf3544dd645a3" /><Relationship Type="http://schemas.openxmlformats.org/officeDocument/2006/relationships/slideLayout" Target="/ppt/slideLayouts/slideLayout18.xml" Id="Rfa0968dec3d449aa" /><Relationship Type="http://schemas.openxmlformats.org/officeDocument/2006/relationships/slideLayout" Target="/ppt/slideLayouts/slideLayout19.xml" Id="R1c7ca8f6778349d2" /><Relationship Type="http://schemas.openxmlformats.org/officeDocument/2006/relationships/slideLayout" Target="/ppt/slideLayouts/slideLayout20.xml" Id="Ra7f9677a0d144dc4" /><Relationship Type="http://schemas.openxmlformats.org/officeDocument/2006/relationships/slideLayout" Target="/ppt/slideLayouts/slideLayout21.xml" Id="Rcda2e0e083d8428b" /><Relationship Type="http://schemas.openxmlformats.org/officeDocument/2006/relationships/slideLayout" Target="/ppt/slideLayouts/slideLayout22.xml" Id="Ra657143cfb9f46a3" /><Relationship Type="http://schemas.openxmlformats.org/officeDocument/2006/relationships/slideLayout" Target="/ppt/slideLayouts/slideLayout23.xml" Id="Rd69dbdfc301540a7" /><Relationship Type="http://schemas.openxmlformats.org/officeDocument/2006/relationships/slideLayout" Target="/ppt/slideLayouts/slideLayout24.xml" Id="Rbbc6752a95af418c" /><Relationship Type="http://schemas.openxmlformats.org/officeDocument/2006/relationships/slideLayout" Target="/ppt/slideLayouts/slideLayout25.xml" Id="Rba2795fc1b4142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E3E15E3-E3EB-48A3-B24B-17A4D6D26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1803" y="1"/>
            <a:ext cx="9028253" cy="681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85F645-6EC4-4431-AF3E-64BED55B09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775504"/>
            <a:ext cx="10515600" cy="5401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83ED0C-6AC7-4E3F-814E-7BACE2F2B9E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602975-B289-4314-8493-37304AB31C48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83FC87-972D-42E9-81E4-347EE3A02F1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A9838F-F79B-46B9-B8E4-F381B922C0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1747C95-3AE6-4FC3-BEF5-3AF60B1E449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df1afc302444b"/>
    <p:sldLayoutId xmlns:r="http://schemas.openxmlformats.org/officeDocument/2006/relationships" id="2147483650" r:id="R82eb2706de9a4ea3"/>
    <p:sldLayoutId xmlns:r="http://schemas.openxmlformats.org/officeDocument/2006/relationships" id="2147483651" r:id="Rb3dd2959e7b5411e"/>
    <p:sldLayoutId xmlns:r="http://schemas.openxmlformats.org/officeDocument/2006/relationships" id="2147483652" r:id="R969f3295e85d4fa8"/>
    <p:sldLayoutId xmlns:r="http://schemas.openxmlformats.org/officeDocument/2006/relationships" id="2147483653" r:id="Rbfa177f4798d4270"/>
    <p:sldLayoutId xmlns:r="http://schemas.openxmlformats.org/officeDocument/2006/relationships" id="2147483654" r:id="R0bfaefa53fc943f1"/>
    <p:sldLayoutId xmlns:r="http://schemas.openxmlformats.org/officeDocument/2006/relationships" id="2147483655" r:id="Rf257a84886e94952"/>
    <p:sldLayoutId xmlns:r="http://schemas.openxmlformats.org/officeDocument/2006/relationships" id="2147483656" r:id="Rc8d776ea1f964c4f"/>
    <p:sldLayoutId xmlns:r="http://schemas.openxmlformats.org/officeDocument/2006/relationships" id="2147483657" r:id="R9311e42e52dc40be"/>
    <p:sldLayoutId xmlns:r="http://schemas.openxmlformats.org/officeDocument/2006/relationships" id="2147483658" r:id="R17673142099d449f"/>
    <p:sldLayoutId xmlns:r="http://schemas.openxmlformats.org/officeDocument/2006/relationships" id="2147483659" r:id="Rc67c3f73e4d045e0"/>
    <p:sldLayoutId xmlns:r="http://schemas.openxmlformats.org/officeDocument/2006/relationships" id="2147483660" r:id="R0139818b48094d19"/>
    <p:sldLayoutId xmlns:r="http://schemas.openxmlformats.org/officeDocument/2006/relationships" id="2147483661" r:id="Rd63ef20aee8340d9"/>
    <p:sldLayoutId xmlns:r="http://schemas.openxmlformats.org/officeDocument/2006/relationships" id="2147483662" r:id="Rc85d8b1467e84525"/>
    <p:sldLayoutId xmlns:r="http://schemas.openxmlformats.org/officeDocument/2006/relationships" id="2147483663" r:id="R277ce9c64bac4496"/>
    <p:sldLayoutId xmlns:r="http://schemas.openxmlformats.org/officeDocument/2006/relationships" id="2147483664" r:id="R9d637ada88e041d3"/>
    <p:sldLayoutId xmlns:r="http://schemas.openxmlformats.org/officeDocument/2006/relationships" id="2147483665" r:id="Rb55bf3544dd645a3"/>
    <p:sldLayoutId xmlns:r="http://schemas.openxmlformats.org/officeDocument/2006/relationships" id="2147483666" r:id="Rfa0968dec3d449aa"/>
    <p:sldLayoutId xmlns:r="http://schemas.openxmlformats.org/officeDocument/2006/relationships" id="2147483667" r:id="R1c7ca8f6778349d2"/>
    <p:sldLayoutId xmlns:r="http://schemas.openxmlformats.org/officeDocument/2006/relationships" id="2147483668" r:id="Ra7f9677a0d144dc4"/>
    <p:sldLayoutId xmlns:r="http://schemas.openxmlformats.org/officeDocument/2006/relationships" id="2147483669" r:id="Rcda2e0e083d8428b"/>
    <p:sldLayoutId xmlns:r="http://schemas.openxmlformats.org/officeDocument/2006/relationships" id="2147483670" r:id="Ra657143cfb9f46a3"/>
    <p:sldLayoutId xmlns:r="http://schemas.openxmlformats.org/officeDocument/2006/relationships" id="2147483671" r:id="Rd69dbdfc301540a7"/>
    <p:sldLayoutId xmlns:r="http://schemas.openxmlformats.org/officeDocument/2006/relationships" id="2147483672" r:id="Rbbc6752a95af418c"/>
    <p:sldLayoutId xmlns:r="http://schemas.openxmlformats.org/officeDocument/2006/relationships" id="2147483673" r:id="Rba2795fc1b41429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1e67190b8245eb" /><Relationship Type="http://schemas.openxmlformats.org/officeDocument/2006/relationships/notesSlide" Target="/ppt/notesSlides/notesSlide1.xml" Id="R250293dca0c6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0fc327983014eb8" /><Relationship Type="http://schemas.openxmlformats.org/officeDocument/2006/relationships/image" Target="/ppt/media/image16.png" Id="Rbd071e24641546fe" /><Relationship Type="http://schemas.openxmlformats.org/officeDocument/2006/relationships/notesSlide" Target="/ppt/notesSlides/notesSlide2.xml" Id="Rbdc702fe2df543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2a412a897f94621" /><Relationship Type="http://schemas.openxmlformats.org/officeDocument/2006/relationships/notesSlide" Target="/ppt/notesSlides/notesSlide3.xml" Id="R0c1e42663f64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708181b680d4af5" /><Relationship Type="http://schemas.openxmlformats.org/officeDocument/2006/relationships/notesSlide" Target="/ppt/notesSlides/notesSlide4.xml" Id="R3d9a279a3aee4f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02521dd09724623" /><Relationship Type="http://schemas.openxmlformats.org/officeDocument/2006/relationships/image" Target="/ppt/media/image17.png" Id="Rae89d73ccb584136" /><Relationship Type="http://schemas.openxmlformats.org/officeDocument/2006/relationships/notesSlide" Target="/ppt/notesSlides/notesSlide5.xml" Id="R05bddf27bb7344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49de61e8d4d4c2e" /><Relationship Type="http://schemas.openxmlformats.org/officeDocument/2006/relationships/notesSlide" Target="/ppt/notesSlides/notesSlide6.xml" Id="Rd8b0075b78e1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84a5f90b07f4a4e" /><Relationship Type="http://schemas.openxmlformats.org/officeDocument/2006/relationships/notesSlide" Target="/ppt/notesSlides/notesSlide7.xml" Id="Rfe68d2ea80b945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007692c92b24abd" /><Relationship Type="http://schemas.openxmlformats.org/officeDocument/2006/relationships/image" Target="/ppt/media/image2.jpeg" Id="R9be2fcddc4904581" /><Relationship Type="http://schemas.openxmlformats.org/officeDocument/2006/relationships/notesSlide" Target="/ppt/notesSlides/notesSlide8.xml" Id="Rb51fbb19c7694c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f6968b06f6b4ea5" /><Relationship Type="http://schemas.openxmlformats.org/officeDocument/2006/relationships/notesSlide" Target="/ppt/notesSlides/notesSlide9.xml" Id="Rd4254665a98b4b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9104abf207647b0" /><Relationship Type="http://schemas.openxmlformats.org/officeDocument/2006/relationships/notesSlide" Target="/ppt/notesSlides/notesSlide10.xml" Id="R3372f876fa1244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34475dffb90484e" /><Relationship Type="http://schemas.openxmlformats.org/officeDocument/2006/relationships/notesSlide" Target="/ppt/notesSlides/notesSlide11.xml" Id="Re63b8b688a0440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4de10ec2d5d4c76" /><Relationship Type="http://schemas.openxmlformats.org/officeDocument/2006/relationships/notesSlide" Target="/ppt/notesSlides/notesSlide12.xml" Id="Rb9ee9fa324044d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bfa9859347b4878" /><Relationship Type="http://schemas.openxmlformats.org/officeDocument/2006/relationships/notesSlide" Target="/ppt/notesSlides/notesSlide13.xml" Id="R01315bb491ef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03D576-532A-404B-8072-8C6F71FC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69" y="3638932"/>
            <a:ext cx="6960307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r>
              <a:rPr sz="4400" b="1">
                <a:latin typeface="Times New Roman"/>
                <a:ea typeface="Times New Roman"/>
                <a:cs typeface="Times New Roman"/>
              </a:rPr>
              <a:t>LLM-Augmented SAST Triage</a:t>
            </a:r>
            <a:endParaRPr sz="3000" b="1">
              <a:solidFill>
                <a:srgbClr val="1C26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FE1992-0A1C-4C60-882D-B7D9970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83072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endParaRPr b="0">
              <a:solidFill>
                <a:srgbClr val="007A68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0BEA0D-EC72-4324-A867-D8938B5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74" y="5745480"/>
            <a:ext cx="255281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70000" lnSpcReduction="20000"/>
          </a:bodyPr>
          <a:lstStyle xmlns:a="http://schemas.openxmlformats.org/drawingml/2006/main"/>
          <a:p xmlns:a="http://schemas.openxmlformats.org/drawingml/2006/main">
            <a:r>
              <a:rPr sz="2400"/>
              <a:t>Presenter: DoVanCung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8E9BF1-5BFB-4E16-A918-A20208F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413" y="1378496"/>
            <a:ext cx="3013889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4400" b="1">
                <a:latin typeface="+mj-lt"/>
                <a:ea typeface="+mj-lt"/>
                <a:cs typeface="+mj-lt"/>
              </a:rPr>
              <a:t>SEMINAR</a:t>
            </a:r>
          </a:p>
        </p:txBody>
      </p:sp>
      <p:sp>
        <p:nvSpPr>
          <p:cNvPr id="11" name="Page Number 1">
            <a:extLst xmlns:a="http://schemas.openxmlformats.org/drawingml/2006/main">
              <a:ext uri="{FF2B5EF4-FFF2-40B4-BE49-F238E27FC236}">
                <a16:creationId xmlns:a16="http://schemas.microsoft.com/office/drawing/2014/main" id="{2C059362-39BE-4415-A865-A895CC56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40020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F31A3D-B81E-384F-E8C2-457A8CDEC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C1528E-253B-BC2C-0929-85BF26F059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Pipeline</a:t>
            </a:r>
          </a:p>
          <a:p xmlns:a="http://schemas.openxmlformats.org/drawingml/2006/main">
            <a:pPr marL="0" indent="0">
              <a:buNone/>
            </a:pPr>
            <a:r>
              <a:t> 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71e24641546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45" y="1452353"/>
            <a:ext cx="11492537" cy="4312903"/>
          </a:xfrm>
          <a:prstGeom xmlns:a="http://schemas.openxmlformats.org/drawingml/2006/main" prst="rect">
            <a:avLst/>
          </a:prstGeom>
        </p:spPr>
      </p:pic>
      <p:sp>
        <p:nvSpPr>
          <p:cNvPr id="5" name="Page Number 10">
            <a:extLst xmlns:a="http://schemas.openxmlformats.org/drawingml/2006/main">
              <a:ext uri="{FF2B5EF4-FFF2-40B4-BE49-F238E27FC236}">
                <a16:creationId xmlns:a16="http://schemas.microsoft.com/office/drawing/2014/main" id="{5D91AA7B-1A67-4312-A02B-BD1A5F0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814000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078381-D886-54FC-A80A-4E897C12D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F95980-B9B5-55FC-C98E-382F197665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81697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Cấu trúc báo cáo 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01C0D3-2EF1-2564-25B4-0F07B9E3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19" y="1259632"/>
            <a:ext cx="5059638" cy="5878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AutoNum type="arabicPeriod"/>
            </a:pPr>
            <a:r>
              <a:rPr sz="2800" b="1">
                <a:latin typeface="Times New Roman"/>
                <a:ea typeface="Times New Roman"/>
                <a:cs typeface="Times New Roman"/>
              </a:rPr>
              <a:t>Báo cáo Markdown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Tóm tắt số lượng finding.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Danh sách cảnh báo cần xử lý.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Vị trí file và dòng code.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Kết quả phân loại của LLM.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Bằng chứng source → sink.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Guard hoặc sanitizer được phát hiện.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Quyết định của Policy.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Lý do cần MANUAL_REVIEW.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Hướng dẫn bước kiểm tra tiếp theo.</a:t>
            </a:r>
          </a:p>
          <a:p xmlns:a="http://schemas.openxmlformats.org/drawingml/2006/main"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0F1102-6484-B03A-6038-4E853A6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714" y="1259632"/>
            <a:ext cx="5096267" cy="47705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Times New Roman"/>
                <a:ea typeface="Times New Roman"/>
                <a:cs typeface="Times New Roman"/>
              </a:rPr>
              <a:t>2. Báo cáo JSON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Thông tin finding đã chuẩn hóa.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model_verdict và model_confidence.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Evidence và thông tin còn thiếu.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policy_action và lý do quyết định.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Processing error nếu có.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Thời gian xử lý.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Metadata của lần chạy.</a:t>
            </a:r>
          </a:p>
          <a:p xmlns:a="http://schemas.openxmlformats.org/drawingml/2006/main"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Page Number 16">
            <a:extLst xmlns:a="http://schemas.openxmlformats.org/drawingml/2006/main">
              <a:ext uri="{FF2B5EF4-FFF2-40B4-BE49-F238E27FC236}">
                <a16:creationId xmlns:a16="http://schemas.microsoft.com/office/drawing/2014/main" id="{4558109F-5F70-4964-BFBA-B5DFCD1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678488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80B68-FC19-2906-6A73-3DE026411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6783A0-AB13-0273-72C1-8BD521FEF4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9619237" cy="540145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Evidence Engine — Phân tích Same-file</a:t>
            </a:r>
          </a:p>
          <a:p xmlns:a="http://schemas.openxmlformats.org/drawingml/2006/main"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t>Khoanh vùng finding</a:t>
            </a:r>
          </a:p>
          <a:p xmlns:a="http://schemas.openxmlformats.org/drawingml/2006/main"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t>Xác định Source và Sink</a:t>
            </a:r>
          </a:p>
          <a:p xmlns:a="http://schemas.openxmlformats.org/drawingml/2006/main"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t>Theo dõi Data Flow</a:t>
            </a:r>
          </a:p>
          <a:p xmlns:a="http://schemas.openxmlformats.org/drawingml/2006/main"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t>Kiểm tra Security Control</a:t>
            </a:r>
          </a:p>
          <a:p xmlns:a="http://schemas.openxmlformats.org/drawingml/2006/main"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t>Đánh giá mức đầy đủ</a:t>
            </a:r>
          </a:p>
          <a:p xmlns:a="http://schemas.openxmlformats.org/drawingml/2006/main">
            <a:pPr marL="0" indent="0">
              <a:buNone/>
            </a:pPr>
            <a:endParaRPr sz="1800"/>
          </a:p>
        </p:txBody>
      </p:sp>
      <p:sp>
        <p:nvSpPr>
          <p:cNvPr id="4" name="Page Number 12">
            <a:extLst xmlns:a="http://schemas.openxmlformats.org/drawingml/2006/main">
              <a:ext uri="{FF2B5EF4-FFF2-40B4-BE49-F238E27FC236}">
                <a16:creationId xmlns:a16="http://schemas.microsoft.com/office/drawing/2014/main" id="{F84F610C-869D-490D-AB05-CB12614C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00018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ECCC19-1A82-1D30-C339-7EF9E13E2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C35967-601D-F1C8-D12F-A5CF9C3F0D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5731441" cy="579324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Phân tích Cross-file bằng CPG</a:t>
            </a:r>
          </a:p>
          <a:p xmlns:a="http://schemas.openxmlformats.org/drawingml/2006/main">
            <a:r>
              <a:t>Xây dựng một CPG cho toàn repository.</a:t>
            </a:r>
          </a:p>
          <a:p xmlns:a="http://schemas.openxmlformats.org/drawingml/2006/main">
            <a:r>
              <a:t>Mở rộng từ finding sang các hàm và file liên quan.</a:t>
            </a:r>
          </a:p>
          <a:p xmlns:a="http://schemas.openxmlformats.org/drawingml/2006/main">
            <a:r>
              <a:t>Theo dõi: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rPr sz="2800"/>
              <a:t>Argument → Parameter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rPr sz="2800"/>
              <a:t>Caller → Callee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rPr sz="2800"/>
              <a:t>Return → Assignment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rPr sz="2800"/>
              <a:t>Entrypoint → Source → Sink</a:t>
            </a:r>
          </a:p>
          <a:p xmlns:a="http://schemas.openxmlformats.org/drawingml/2006/main">
            <a:r>
              <a:t>Tìm validation hoặc sanitizer nằm ở file khác.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9d73ccb584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260" y="1026367"/>
            <a:ext cx="6229740" cy="5056129"/>
          </a:xfrm>
          <a:prstGeom xmlns:a="http://schemas.openxmlformats.org/drawingml/2006/main" prst="rect">
            <a:avLst/>
          </a:prstGeom>
        </p:spPr>
      </p:pic>
      <p:sp>
        <p:nvSpPr>
          <p:cNvPr id="5" name="Page Number 13">
            <a:extLst xmlns:a="http://schemas.openxmlformats.org/drawingml/2006/main">
              <a:ext uri="{FF2B5EF4-FFF2-40B4-BE49-F238E27FC236}">
                <a16:creationId xmlns:a16="http://schemas.microsoft.com/office/drawing/2014/main" id="{7FDFCB6A-6CC3-4487-A49A-988A760E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22891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65129C-7261-67D8-96D9-66BE126BF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392699-8ED6-7D5C-D9B0-92938A7B42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95186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Evidence Agen</a:t>
            </a:r>
            <a:r>
              <a:rPr b="1"/>
              <a:t>t</a:t>
            </a:r>
            <a:endParaRPr b="1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Kích hoạt khi bằng chứng hiện tại chưa đầy đủ.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Mỗi vòng chỉ gọi một công cụ phù hợp: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trace_dataflow: truy tìm đường source → sink.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find_reachability: kiểm tra sink có thể được thực thi không.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inspect_security_control: đánh giá guard hoặc sanitizer.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Cập nhật lại Evidence Card sau mỗi lần truy vấn.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Tối đa 5 vòng / 5 tool call cho mỗi finding.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Dừng khi đủ bằng chứng, không có tiến triển hoặc hết thời gian.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4" name="Page Number 14">
            <a:extLst xmlns:a="http://schemas.openxmlformats.org/drawingml/2006/main">
              <a:ext uri="{FF2B5EF4-FFF2-40B4-BE49-F238E27FC236}">
                <a16:creationId xmlns:a16="http://schemas.microsoft.com/office/drawing/2014/main" id="{1C3B9D2C-A0D7-493B-B721-0DDB353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78876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3F6D70-6195-C0C1-C57E-BC962CD1B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HƯỚNG PHÁT TRIỂN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AAD670-BFE3-32C6-E7AD-73944E6EB3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Phát hiện Logic Bug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Authorization/IDOR: truy cập dữ liệu nhưng thiếu kiểm tra quyền.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Mass Assignment: người dùng sửa được trường dữ liệu nhạy cảm.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Race Condition/TOCTOU: dữ liệu thay đổi giữa lúc kiểm tra và sử dụng.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Business-rule Bypass: bỏ qua giới hạn hoặc điều kiện nghiệp vụ.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Insecure Workflow: nhảy bước hoặc thực hiện sai trình tự.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4" name="Page Number 18">
            <a:extLst xmlns:a="http://schemas.openxmlformats.org/drawingml/2006/main">
              <a:ext uri="{FF2B5EF4-FFF2-40B4-BE49-F238E27FC236}">
                <a16:creationId xmlns:a16="http://schemas.microsoft.com/office/drawing/2014/main" id="{ABA94D82-A999-44C9-94E9-63349307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327498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1C44E7-CBEA-F87E-221C-CC3D14FFA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D5555E-D55A-D644-A3E2-60CD7ED01C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60824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LLM Classification và Safety Policy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LLM nhận Finding + Evidence Card đã được làm sạch.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Đề xuất một trong ba nhãn: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LIKELY_TP: có khả năng là lỗi thật.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LIKELY_FP: có khả năng là cảnh báo giả.</a:t>
            </a:r>
          </a:p>
          <a:p xmlns:a="http://schemas.openxmlformats.org/drawingml/2006/main">
            <a:pPr lvl="1">
              <a:lnSpc>
                <a:spcPct val="150000"/>
              </a:lnSpc>
              <a:buFont typeface="Wingdings"/>
              <a:buChar char="§"/>
            </a:pPr>
            <a:r>
              <a:t>NEEDS_REVIEW: chưa đủ bằng chứng.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Kèm theo độ tin cậy và lý do phân loại.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Safety Policy kiểm tra mức đầy đủ của evidence.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Trường hợp thiếu bằng chứng quan trọng được giữ lại để review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2fcddc490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982" y="1036761"/>
            <a:ext cx="3289887" cy="4934831"/>
          </a:xfrm>
          <a:prstGeom xmlns:a="http://schemas.openxmlformats.org/drawingml/2006/main" prst="rect">
            <a:avLst/>
          </a:prstGeom>
        </p:spPr>
      </p:pic>
      <p:sp>
        <p:nvSpPr>
          <p:cNvPr id="5" name="Page Number 15">
            <a:extLst xmlns:a="http://schemas.openxmlformats.org/drawingml/2006/main">
              <a:ext uri="{FF2B5EF4-FFF2-40B4-BE49-F238E27FC236}">
                <a16:creationId xmlns:a16="http://schemas.microsoft.com/office/drawing/2014/main" id="{81D6D50C-3D59-472D-83A8-F84F9B7B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59057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7298C4-A876-4880-4FC5-54E35D733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HƯỚNG PHÁT TRIỂN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2C5BA-21AC-0BA3-1B6D-8940D6B205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9145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Đánh giá và hướng dẫn khắc phục </a:t>
            </a:r>
          </a:p>
          <a:p xmlns:a="http://schemas.openxmlformats.org/drawingml/2006/main">
            <a:r>
              <a:rPr sz="2400"/>
              <a:t>Tính điểm rủi ro dựa trên: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Severity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Reachability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Exposure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Data Sensitivity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Exploitability</a:t>
            </a:r>
          </a:p>
          <a:p xmlns:a="http://schemas.openxmlformats.org/drawingml/2006/main">
            <a:r>
              <a:rPr sz="2400"/>
              <a:t>Xếp thứ tự lỗi cần ưu tiên xử lý.</a:t>
            </a:r>
          </a:p>
          <a:p xmlns:a="http://schemas.openxmlformats.org/drawingml/2006/main">
            <a:r>
              <a:rPr sz="2400"/>
              <a:t>Giải thích nguyên nhân gốc của lỗ hổng.</a:t>
            </a:r>
          </a:p>
          <a:p xmlns:a="http://schemas.openxmlformats.org/drawingml/2006/main">
            <a:r>
              <a:rPr sz="2400"/>
              <a:t>Đề xuất cách sửa và test checklist.</a:t>
            </a:r>
          </a:p>
          <a:p xmlns:a="http://schemas.openxmlformats.org/drawingml/2006/main">
            <a:r>
              <a:rPr sz="2400"/>
              <a:t>Tích hợp sâu hơn với CI/CD.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4" name="Page Number 19">
            <a:extLst xmlns:a="http://schemas.openxmlformats.org/drawingml/2006/main">
              <a:ext uri="{FF2B5EF4-FFF2-40B4-BE49-F238E27FC236}">
                <a16:creationId xmlns:a16="http://schemas.microsoft.com/office/drawing/2014/main" id="{734AAEE4-9B7D-419C-B61C-C92F23F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65222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078381-D886-54FC-A80A-4E897C12D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F95980-B9B5-55FC-C98E-382F197665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81697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Cấu trúc báo cáo 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01C0D3-2EF1-2564-25B4-0F07B9E3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19" y="1259632"/>
            <a:ext cx="5059638" cy="5878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AutoNum type="arabicPeriod"/>
            </a:pPr>
            <a:r>
              <a:rPr sz="2800" b="1">
                <a:latin typeface="Times New Roman"/>
                <a:ea typeface="Times New Roman"/>
                <a:cs typeface="Times New Roman"/>
              </a:rPr>
              <a:t>Báo cáo Markdown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Tóm tắt số lượng finding.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Danh sách cảnh báo cần xử lý.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Vị trí file và dòng code.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Kết quả phân loại của LLM.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Bằng chứng source → sink.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Guard hoặc sanitizer được phát hiện.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Quyết định của Policy.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Lý do cần MANUAL_REVIEW.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Hướng dẫn bước kiểm tra tiếp theo.</a:t>
            </a:r>
          </a:p>
          <a:p xmlns:a="http://schemas.openxmlformats.org/drawingml/2006/main"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0F1102-6484-B03A-6038-4E853A6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714" y="1259632"/>
            <a:ext cx="5096267" cy="47705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Times New Roman"/>
                <a:ea typeface="Times New Roman"/>
                <a:cs typeface="Times New Roman"/>
              </a:rPr>
              <a:t>2. Báo cáo JSON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Thông tin finding đã chuẩn hóa.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model_verdict và model_confidence.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Evidence và thông tin còn thiếu.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policy_action và lý do quyết định.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Processing error nếu có.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Thời gian xử lý.</a:t>
            </a:r>
          </a:p>
          <a:p xmlns:a="http://schemas.openxmlformats.org/drawingml/2006/main"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Metadata của lần chạy.</a:t>
            </a:r>
          </a:p>
          <a:p xmlns:a="http://schemas.openxmlformats.org/drawingml/2006/main">
            <a:endParaRPr sz="24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Page Number 16">
            <a:extLst xmlns:a="http://schemas.openxmlformats.org/drawingml/2006/main">
              <a:ext uri="{FF2B5EF4-FFF2-40B4-BE49-F238E27FC236}">
                <a16:creationId xmlns:a16="http://schemas.microsoft.com/office/drawing/2014/main" id="{4558109F-5F70-4964-BFBA-B5DFCD1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678488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9482B-76C3-8923-AF87-FBE67E6AA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26A61D-6BDC-C67F-CF81-444D2AEB33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rPr b="1"/>
              <a:t>Kết quả OWASP benchmark  Python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 sz="2400"/>
          </a:p>
          <a:p xmlns:a="http://schemas.openxmlformats.org/drawingml/2006/main">
            <a:pPr marL="0" indent="0">
              <a:buNone/>
            </a:pPr>
            <a:endParaRPr/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1066114" y="1852235"/>
          <a:ext xmlns:a="http://schemas.openxmlformats.org/drawingml/2006/main" cx="8954962" cy="237453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510"/>
                <a:gridCol w="3027726"/>
                <a:gridCol w="3027726"/>
              </a:tblGrid>
              <a:tr h="593633">
                <a:tc>
                  <a:txBody>
                    <a:bodyPr/>
                    <a:lstStyle/>
                    <a:p>
                      <a:r>
                        <a:t>Nhóm 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Ground truth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Phân loại đúng</a:t>
                      </a:r>
                    </a:p>
                  </a:txBody>
                  <a:tcPr marL="91440" marR="91440" marT="45720" marB="45720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Vulnerable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 marL="91440" marR="91440" marT="45720" marB="45720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Benign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16</a:t>
                      </a:r>
                    </a:p>
                  </a:txBody>
                  <a:tcPr marL="91440" marR="91440" marT="45720" marB="45720" anchor="ctr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Tổng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age Number 17">
            <a:extLst xmlns:a="http://schemas.openxmlformats.org/drawingml/2006/main">
              <a:ext uri="{FF2B5EF4-FFF2-40B4-BE49-F238E27FC236}">
                <a16:creationId xmlns:a16="http://schemas.microsoft.com/office/drawing/2014/main" id="{62054CE3-1249-4D95-B582-EACD77A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583525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9482B-76C3-8923-AF87-FBE67E6AA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XÂY DỰNG BÀI TOÁN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26A61D-6BDC-C67F-CF81-444D2AEB33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rPr b="1"/>
              <a:t>Kết quả OWASP benchmark  Python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 sz="2400"/>
          </a:p>
          <a:p xmlns:a="http://schemas.openxmlformats.org/drawingml/2006/main">
            <a:pPr marL="0" indent="0">
              <a:buNone/>
            </a:pPr>
            <a:endParaRPr/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1066114" y="1852235"/>
          <a:ext xmlns:a="http://schemas.openxmlformats.org/drawingml/2006/main" cx="8954962" cy="237453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510"/>
                <a:gridCol w="3027726"/>
                <a:gridCol w="3027726"/>
              </a:tblGrid>
              <a:tr h="593633">
                <a:tc>
                  <a:txBody>
                    <a:bodyPr/>
                    <a:lstStyle/>
                    <a:p>
                      <a:r>
                        <a:t>Nhóm 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Ground truth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Phân loại đúng</a:t>
                      </a:r>
                    </a:p>
                  </a:txBody>
                  <a:tcPr marL="91440" marR="91440" marT="45720" marB="45720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Vulnerable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 marL="91440" marR="91440" marT="45720" marB="45720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Benign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16</a:t>
                      </a:r>
                    </a:p>
                  </a:txBody>
                  <a:tcPr marL="91440" marR="91440" marT="45720" marB="45720" anchor="ctr"/>
                </a:tc>
              </a:tr>
              <a:tr h="593633">
                <a:tc>
                  <a:txBody>
                    <a:bodyPr/>
                    <a:lstStyle/>
                    <a:p>
                      <a:r>
                        <a:t>Tổng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age Number 17">
            <a:extLst xmlns:a="http://schemas.openxmlformats.org/drawingml/2006/main">
              <a:ext uri="{FF2B5EF4-FFF2-40B4-BE49-F238E27FC236}">
                <a16:creationId xmlns:a16="http://schemas.microsoft.com/office/drawing/2014/main" id="{62054CE3-1249-4D95-B582-EACD77A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583525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7298C4-A876-4880-4FC5-54E35D733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HƯỚNG PHÁT TRIỂN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2C5BA-21AC-0BA3-1B6D-8940D6B205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0819" y="775504"/>
            <a:ext cx="11771791" cy="59145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v"/>
            </a:pPr>
            <a:r>
              <a:t> </a:t>
            </a:r>
            <a:r>
              <a:rPr b="1"/>
              <a:t>Đánh giá và hướng dẫn khắc phục </a:t>
            </a:r>
          </a:p>
          <a:p xmlns:a="http://schemas.openxmlformats.org/drawingml/2006/main">
            <a:r>
              <a:rPr sz="2400"/>
              <a:t>Tính điểm rủi ro dựa trên: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Severity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Reachability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Exposure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Data Sensitivity</a:t>
            </a:r>
          </a:p>
          <a:p xmlns:a="http://schemas.openxmlformats.org/drawingml/2006/main">
            <a:pPr lvl="1">
              <a:buFont typeface="Wingdings"/>
              <a:buChar char="§"/>
            </a:pPr>
            <a:r>
              <a:t>Exploitability</a:t>
            </a:r>
          </a:p>
          <a:p xmlns:a="http://schemas.openxmlformats.org/drawingml/2006/main">
            <a:r>
              <a:rPr sz="2400"/>
              <a:t>Xếp thứ tự lỗi cần ưu tiên xử lý.</a:t>
            </a:r>
          </a:p>
          <a:p xmlns:a="http://schemas.openxmlformats.org/drawingml/2006/main">
            <a:r>
              <a:rPr sz="2400"/>
              <a:t>Giải thích nguyên nhân gốc của lỗ hổng.</a:t>
            </a:r>
          </a:p>
          <a:p xmlns:a="http://schemas.openxmlformats.org/drawingml/2006/main">
            <a:r>
              <a:rPr sz="2400"/>
              <a:t>Đề xuất cách sửa và test checklist.</a:t>
            </a:r>
          </a:p>
          <a:p xmlns:a="http://schemas.openxmlformats.org/drawingml/2006/main">
            <a:r>
              <a:rPr sz="2400"/>
              <a:t>Tích hợp sâu hơn với CI/CD.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4" name="Page Number 19">
            <a:extLst xmlns:a="http://schemas.openxmlformats.org/drawingml/2006/main">
              <a:ext uri="{FF2B5EF4-FFF2-40B4-BE49-F238E27FC236}">
                <a16:creationId xmlns:a16="http://schemas.microsoft.com/office/drawing/2014/main" id="{734AAEE4-9B7D-419C-B61C-C92F23F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5508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00" b="0">
                <a:solidFill>
                  <a:srgbClr val="007A68"/>
                </a:solidFill>
              </a:defRPr>
            </a:pPr>
            <a:r>
              <a:rPr sz="1400" b="0">
                <a:solidFill>
                  <a:srgbClr val="007A6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65222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2026-08-24T14:40:55.4800000Z</dcterms:created>
  <dcterms:modified xsi:type="dcterms:W3CDTF">2026-08-24T14:40:55.4800000Z</dcterms:modified>
</coreProperties>
</file>